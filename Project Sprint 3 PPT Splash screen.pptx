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07BABD-2B4F-4486-B73B-D7FE0ACE21ED}" v="33" dt="2025-12-01T02:41:46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in Kennel" userId="96f5e4e5-ac93-412f-ac74-fa2949646398" providerId="ADAL" clId="{7F6F7487-08B8-4303-8C42-DCCD8850D38C}"/>
    <pc:docChg chg="undo custSel modSld">
      <pc:chgData name="Colin Kennel" userId="96f5e4e5-ac93-412f-ac74-fa2949646398" providerId="ADAL" clId="{7F6F7487-08B8-4303-8C42-DCCD8850D38C}" dt="2025-12-01T23:10:33.307" v="140" actId="14100"/>
      <pc:docMkLst>
        <pc:docMk/>
      </pc:docMkLst>
      <pc:sldChg chg="addSp modSp mod">
        <pc:chgData name="Colin Kennel" userId="96f5e4e5-ac93-412f-ac74-fa2949646398" providerId="ADAL" clId="{7F6F7487-08B8-4303-8C42-DCCD8850D38C}" dt="2025-12-01T23:10:33.307" v="140" actId="14100"/>
        <pc:sldMkLst>
          <pc:docMk/>
          <pc:sldMk cId="2506120492" sldId="256"/>
        </pc:sldMkLst>
        <pc:spChg chg="mod">
          <ac:chgData name="Colin Kennel" userId="96f5e4e5-ac93-412f-ac74-fa2949646398" providerId="ADAL" clId="{7F6F7487-08B8-4303-8C42-DCCD8850D38C}" dt="2025-12-01T02:40:40.766" v="57" actId="1035"/>
          <ac:spMkLst>
            <pc:docMk/>
            <pc:sldMk cId="2506120492" sldId="256"/>
            <ac:spMk id="18" creationId="{25EACD50-F671-7D8F-5B8B-B192FFEEBB12}"/>
          </ac:spMkLst>
        </pc:spChg>
        <pc:spChg chg="mod">
          <ac:chgData name="Colin Kennel" userId="96f5e4e5-ac93-412f-ac74-fa2949646398" providerId="ADAL" clId="{7F6F7487-08B8-4303-8C42-DCCD8850D38C}" dt="2025-12-01T02:40:40.766" v="57" actId="1035"/>
          <ac:spMkLst>
            <pc:docMk/>
            <pc:sldMk cId="2506120492" sldId="256"/>
            <ac:spMk id="22" creationId="{1F08B220-D9E3-6E09-ABD3-CA51B20B48D5}"/>
          </ac:spMkLst>
        </pc:spChg>
        <pc:spChg chg="mod">
          <ac:chgData name="Colin Kennel" userId="96f5e4e5-ac93-412f-ac74-fa2949646398" providerId="ADAL" clId="{7F6F7487-08B8-4303-8C42-DCCD8850D38C}" dt="2025-12-01T02:43:29.701" v="136" actId="20577"/>
          <ac:spMkLst>
            <pc:docMk/>
            <pc:sldMk cId="2506120492" sldId="256"/>
            <ac:spMk id="24" creationId="{D3A12D2E-C1D4-8113-DF53-22DAAD93E61E}"/>
          </ac:spMkLst>
        </pc:spChg>
        <pc:spChg chg="add mod">
          <ac:chgData name="Colin Kennel" userId="96f5e4e5-ac93-412f-ac74-fa2949646398" providerId="ADAL" clId="{7F6F7487-08B8-4303-8C42-DCCD8850D38C}" dt="2025-12-01T02:41:14.813" v="62" actId="20577"/>
          <ac:spMkLst>
            <pc:docMk/>
            <pc:sldMk cId="2506120492" sldId="256"/>
            <ac:spMk id="25" creationId="{BD71FF6E-AF9B-4EEA-D590-19F1307C92C6}"/>
          </ac:spMkLst>
        </pc:spChg>
        <pc:spChg chg="add mod">
          <ac:chgData name="Colin Kennel" userId="96f5e4e5-ac93-412f-ac74-fa2949646398" providerId="ADAL" clId="{7F6F7487-08B8-4303-8C42-DCCD8850D38C}" dt="2025-12-01T02:41:58.607" v="82" actId="1036"/>
          <ac:spMkLst>
            <pc:docMk/>
            <pc:sldMk cId="2506120492" sldId="256"/>
            <ac:spMk id="26" creationId="{048D2052-8305-32DA-1A01-5809EA55CD43}"/>
          </ac:spMkLst>
        </pc:spChg>
        <pc:picChg chg="mod">
          <ac:chgData name="Colin Kennel" userId="96f5e4e5-ac93-412f-ac74-fa2949646398" providerId="ADAL" clId="{7F6F7487-08B8-4303-8C42-DCCD8850D38C}" dt="2025-12-01T23:10:22.266" v="138" actId="14100"/>
          <ac:picMkLst>
            <pc:docMk/>
            <pc:sldMk cId="2506120492" sldId="256"/>
            <ac:picMk id="5" creationId="{14B4D21A-5362-2AE9-ECCB-E8F74D5D3B81}"/>
          </ac:picMkLst>
        </pc:picChg>
        <pc:picChg chg="mod">
          <ac:chgData name="Colin Kennel" userId="96f5e4e5-ac93-412f-ac74-fa2949646398" providerId="ADAL" clId="{7F6F7487-08B8-4303-8C42-DCCD8850D38C}" dt="2025-12-01T23:10:33.307" v="140" actId="14100"/>
          <ac:picMkLst>
            <pc:docMk/>
            <pc:sldMk cId="2506120492" sldId="256"/>
            <ac:picMk id="14" creationId="{AE82572D-925E-54A4-1C70-6A65F7806F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44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74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15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9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7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5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3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6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2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EC7BBAC-56E1-499D-8EFB-97445BD3101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E093F08-C45E-4297-9A2B-5429DF48D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7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ksu-is/WarThunder-S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B4D21A-5362-2AE9-ECCB-E8F74D5D3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7772"/>
            <a:ext cx="2813934" cy="49902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74B4EDF-D173-7D33-1691-11C3A5CADB58}"/>
              </a:ext>
            </a:extLst>
          </p:cNvPr>
          <p:cNvSpPr/>
          <p:nvPr/>
        </p:nvSpPr>
        <p:spPr>
          <a:xfrm>
            <a:off x="7617125" y="0"/>
            <a:ext cx="4468483" cy="3579962"/>
          </a:xfrm>
          <a:prstGeom prst="rect">
            <a:avLst/>
          </a:prstGeom>
          <a:solidFill>
            <a:srgbClr val="0041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82572D-925E-54A4-1C70-6A65F7806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288" y="0"/>
            <a:ext cx="4635836" cy="26246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54228B-A672-B59C-C878-6FA19809075D}"/>
              </a:ext>
            </a:extLst>
          </p:cNvPr>
          <p:cNvSpPr txBox="1"/>
          <p:nvPr/>
        </p:nvSpPr>
        <p:spPr>
          <a:xfrm>
            <a:off x="8289985" y="379562"/>
            <a:ext cx="32694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ptos Black" panose="020B0004020202020204" pitchFamily="34" charset="0"/>
              </a:rPr>
              <a:t>War Thunder Squad Scraper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5EACD50-F671-7D8F-5B8B-B192FFEEB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126" y="1738967"/>
            <a:ext cx="446848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SquadAPI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for short is a Python based web scraper that pulls web data and turns it into a formatted JSON list</a:t>
            </a:r>
          </a:p>
        </p:txBody>
      </p:sp>
      <p:pic>
        <p:nvPicPr>
          <p:cNvPr id="21" name="Picture 20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DD35C7D8-916C-2DB5-3B34-BD7F76BE8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212" y="3659737"/>
            <a:ext cx="3177396" cy="317739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F08B220-D9E3-6E09-ABD3-CA51B20B48D5}"/>
              </a:ext>
            </a:extLst>
          </p:cNvPr>
          <p:cNvSpPr txBox="1"/>
          <p:nvPr/>
        </p:nvSpPr>
        <p:spPr>
          <a:xfrm>
            <a:off x="8652293" y="2659263"/>
            <a:ext cx="2458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linkClick r:id="rId5"/>
              </a:rPr>
              <a:t>GitHub</a:t>
            </a:r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BA5D3D-15C5-A846-460E-BC4DE7BE27F7}"/>
              </a:ext>
            </a:extLst>
          </p:cNvPr>
          <p:cNvSpPr/>
          <p:nvPr/>
        </p:nvSpPr>
        <p:spPr>
          <a:xfrm>
            <a:off x="2981289" y="4198845"/>
            <a:ext cx="4468482" cy="2659154"/>
          </a:xfrm>
          <a:prstGeom prst="rect">
            <a:avLst/>
          </a:prstGeom>
          <a:solidFill>
            <a:srgbClr val="0041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A12D2E-C1D4-8113-DF53-22DAAD93E61E}"/>
              </a:ext>
            </a:extLst>
          </p:cNvPr>
          <p:cNvSpPr txBox="1"/>
          <p:nvPr/>
        </p:nvSpPr>
        <p:spPr>
          <a:xfrm>
            <a:off x="2981289" y="4468483"/>
            <a:ext cx="44684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Pulls live data from War Thunder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JSON formatted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Easy to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Detailed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CloudFlare</a:t>
            </a:r>
            <a:r>
              <a:rPr lang="en-US" dirty="0">
                <a:latin typeface="Aptos" panose="020B0004020202020204" pitchFamily="34" charset="0"/>
              </a:rPr>
              <a:t> bypass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1FF6E-AF9B-4EEA-D590-19F1307C92C6}"/>
              </a:ext>
            </a:extLst>
          </p:cNvPr>
          <p:cNvSpPr txBox="1"/>
          <p:nvPr/>
        </p:nvSpPr>
        <p:spPr>
          <a:xfrm>
            <a:off x="8220974" y="1456780"/>
            <a:ext cx="3502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ptos" panose="020B0004020202020204" pitchFamily="34" charset="0"/>
              </a:rPr>
              <a:t>By: Colin Kennel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8D2052-8305-32DA-1A01-5809EA55CD43}"/>
              </a:ext>
            </a:extLst>
          </p:cNvPr>
          <p:cNvSpPr txBox="1"/>
          <p:nvPr/>
        </p:nvSpPr>
        <p:spPr>
          <a:xfrm>
            <a:off x="8652293" y="2950961"/>
            <a:ext cx="2458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hlinkClick r:id="rId5"/>
              </a:rPr>
              <a:t>https://github.com/ksu-is/WarThunder-SS</a:t>
            </a:r>
            <a:endParaRPr lang="en-US" sz="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12049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58</TotalTime>
  <Words>54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Black</vt:lpstr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Kennel</dc:creator>
  <cp:lastModifiedBy>Colin Kennel</cp:lastModifiedBy>
  <cp:revision>1</cp:revision>
  <dcterms:created xsi:type="dcterms:W3CDTF">2025-12-01T01:44:32Z</dcterms:created>
  <dcterms:modified xsi:type="dcterms:W3CDTF">2025-12-01T23:10:36Z</dcterms:modified>
</cp:coreProperties>
</file>